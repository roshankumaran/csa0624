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4CDC-DBA1-742E-69D0-55B02CE5B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23626-E3D2-71CD-B39F-67B110CE1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E4C-0F38-FB55-BE92-718F9B50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15DE6-DEE9-0559-B23B-B53571A26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920E2-7336-ADA5-9C7A-78FB9184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18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F8B0-67C4-7959-5FF4-89F15344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17A07-C31D-7400-F213-66E143D55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5354A-A6ED-172D-380D-7F7F494E6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8F1C6-50B7-FFB1-9F68-E28618E3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A3440-E474-B767-525A-5F62C975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674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9282-F106-4781-BBA3-12F05D0A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6CACF-9E1B-098D-DD79-10CAD2A25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41DA0-F140-229C-958B-BF35F74A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77A8F-D961-AE74-7999-09C25D7D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A526D-7777-3BEC-A55E-87D3DCCC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99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DDF5-9B12-DC75-8A0E-BD1884E5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CB0C-66ED-840B-EB1C-14AD1B903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2E659-0477-7271-02D7-C9D1BFC3F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5F85D-414C-EC53-73F6-8E80B717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39244-82BF-FE4F-425C-F606FD3E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9CB74-60AA-4C0D-10E1-82A560D1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03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E0B1-3C08-F243-336D-FA7BEAAC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E192-3770-63E6-AE7D-ECC386399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BC28D-1426-C9FD-4AA7-074D479F5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0ED72-3A1B-B7EB-8AD8-7DA749889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14FEE-9A4D-FDB0-F03E-B2F63EEBD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9DF95-2D76-2F56-1885-C859882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1051E-D649-CB7A-FF20-580DE4CE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8E39A-9233-601D-0F85-B4302605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04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BA03-6896-403C-29F9-176993D9F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13C6C-355B-C841-ED73-6E8088203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F7384-D0A8-B742-C7E6-DDE87365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6E683-41E9-73DF-797B-D1DA9FC2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1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FA47CD-B953-428A-DDB7-00AE0BE95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58032-8F8F-0844-4BC3-2C7147B1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2FFF0-EF62-A40E-7A68-7F1EA272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502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43BF-7A17-934D-5757-29508AC5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21285-1585-DF4C-31D7-DB20680BC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42DF1-EB1C-1437-5C5C-FCCD7D948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114D1-2C26-83BC-2546-00E95459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D2688-910A-EC57-5CC0-CE127CD6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31F95-B385-FDF7-12AD-4A88147B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25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5FAD-DC67-EA7A-96DB-261A98F7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E1B87-2E5A-D598-0075-A5A2B7C76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77472-3426-56A5-3199-C7D6CDF9D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305D7-AFD9-9C9A-AE9F-705D32F0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70085-AC3F-C100-9602-8F12E495D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2E8CA-0F65-38D8-5085-75309B18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41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59D9-DFC2-DCD0-5650-51D56EF7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1505A-B842-1866-18C5-E71320553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B6DC-60CF-4B58-C05E-300CFFE3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8630D-0F45-DE2F-75D0-BF6FEDB7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F96D6-A2F2-8825-A30A-C59EB05B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432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F1DF12-2090-7966-BEF1-8FFD78335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C3288-F300-E6FC-4E7D-6FEE5877C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E1029-C7F8-8854-F95B-4FC84E83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53CC-B84C-2F03-D000-FE772719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C0A3C-6A32-826C-65C9-E04E4D3A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25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41AE-A0F1-0E48-502A-04F8DCA0F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BFA3A-1675-37B9-1F84-3D10BB3A5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A59A9-D4CE-A003-A71F-D0AAB3410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254E3-E0B6-41C2-88F6-95C3B1AB18C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6AF2E-0E7A-3127-2B51-E194C41A0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7EF94-DA9B-FD75-26C5-3BDC1D269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0B081-96E4-45BD-9AEE-7B5DA6715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0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8434-4F91-D2E7-4B00-925B7847E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30245"/>
            <a:ext cx="9144000" cy="1179718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</a:t>
            </a:r>
            <a:b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Sort, Selection Sort &amp; Insertion 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E90B4-CFAA-686E-A93E-DFA5C5DA1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651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CSA0624 – Design and Analysis of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D63E8-88B6-CC56-3804-725305E4A7F1}"/>
              </a:ext>
            </a:extLst>
          </p:cNvPr>
          <p:cNvSpPr txBox="1"/>
          <p:nvPr/>
        </p:nvSpPr>
        <p:spPr>
          <a:xfrm>
            <a:off x="462116" y="5015903"/>
            <a:ext cx="4090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ROSHAN 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192425014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4AC74-CC15-D225-39F9-B8F89144B57F}"/>
              </a:ext>
            </a:extLst>
          </p:cNvPr>
          <p:cNvSpPr txBox="1"/>
          <p:nvPr/>
        </p:nvSpPr>
        <p:spPr>
          <a:xfrm>
            <a:off x="5191432" y="50159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by:</a:t>
            </a:r>
          </a:p>
          <a:p>
            <a:pPr algn="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</a:t>
            </a:r>
            <a:r>
              <a:rPr lang="en-IN" dirty="0"/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Gnanajeyaraman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Rajaram</a:t>
            </a:r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08BE82A5-689C-3E40-2D8C-0AEA35DDEA76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69" y="416036"/>
            <a:ext cx="11886861" cy="133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92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A6B4-55B8-FCEA-5E01-37264867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887BC-ABB3-9192-5E9C-B1309961E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three basic sorting algorithms.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their working principles.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their time complexities and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234872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714E-5DC7-91AB-43E6-282AEA23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896E0-272A-5A20-06A0-97B46474F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smallest element.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Places it in the correct position.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for the remaining elements.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fewer swaps than Bubble Sort.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Case: O(n²)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Case: O(n²)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 O(n²)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053B6-06E3-A0AF-338B-90E50D084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103" y="523027"/>
            <a:ext cx="3018504" cy="581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07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0D3B1-7B8C-D751-5E2C-8794F861D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24B78-3EA3-9295-C609-9AFD5FD4C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adjacent elements.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Swaps elements if they are in the wrong order.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until the array is sorted.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but inefficient for large datasets.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Case: O(n)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Case: O(n²)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 O(n²)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CDAC5B-1289-AFA7-8E7E-DFDC4A6DD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916" y="354947"/>
            <a:ext cx="3146323" cy="61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4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E71D-855B-A701-ABA1-0761EE08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9E88B-0580-2602-872C-840711D83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sorted portion one element at a time.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Inserts each new element into its correct position.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small or nearly sorted datasets.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Case: O(n)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Case: O(n²)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 O(n²)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B1D39-7C4A-E218-2D0A-B7DF18A97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595" y="500629"/>
            <a:ext cx="3392128" cy="585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2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554B-343B-7BCD-E60E-3C861356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4134C-DA88-CA27-8A9D-0701C151B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Sort: Easy to understand but slow.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Sort: Fewer swaps, useful when writes are expensive.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Sort: Best choice for small or nearly sorted datasets.</a:t>
            </a:r>
          </a:p>
        </p:txBody>
      </p:sp>
    </p:spTree>
    <p:extLst>
      <p:ext uri="{BB962C8B-B14F-4D97-AF65-F5344CB8AC3E}">
        <p14:creationId xmlns:p14="http://schemas.microsoft.com/office/powerpoint/2010/main" val="147876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239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Sorting Algorithms Bubble Sort, Selection Sort &amp; Insertion Sort</vt:lpstr>
      <vt:lpstr>Objective</vt:lpstr>
      <vt:lpstr>Selection Sort</vt:lpstr>
      <vt:lpstr>Bubble Sort</vt:lpstr>
      <vt:lpstr>Insertion Sort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Mudhzz 2715</dc:creator>
  <cp:lastModifiedBy>Roshan Kumaran</cp:lastModifiedBy>
  <cp:revision>4</cp:revision>
  <dcterms:created xsi:type="dcterms:W3CDTF">2026-07-22T09:42:31Z</dcterms:created>
  <dcterms:modified xsi:type="dcterms:W3CDTF">2026-07-25T08:56:53Z</dcterms:modified>
</cp:coreProperties>
</file>